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A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IMMERSION · AYUDA PM PROGRAM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Senior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subscription mobility model for India's 153M elderly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1097280" cy="0"/>
          </a:xfrm>
          <a:prstGeom prst="line">
            <a:avLst/>
          </a:prstGeom>
          <a:noFill/>
          <a:ln w="31750">
            <a:solidFill>
              <a:srgbClr val="D6A0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Sai Mahesh Khande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 Candidate  ·  IBM PM Certified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elderly population is</a:t>
            </a:r>
            <a:endParaRPr lang="en-US" sz="28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faster than its</a:t>
            </a:r>
            <a:endParaRPr lang="en-US" sz="28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 options.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Recurring, healthcare-driven trips — dialysis, chemotherapy, chronic-care checkups — are frequent, predictable, and poorly served by on-demand ride-hailing built for spontaneous urban trips.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543800" y="86868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033272"/>
            <a:ext cx="3794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8A5E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26680" y="1911096"/>
            <a:ext cx="379476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population across India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0" y="274320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907792"/>
            <a:ext cx="3794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2F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726680" y="3785616"/>
            <a:ext cx="379476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/ semi-urban elderly — the addressable segment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$2.5B market today,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to $7B by 2030.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03120" y="42519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A0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312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2926080"/>
            <a:ext cx="2377440" cy="2377440"/>
          </a:xfrm>
          <a:prstGeom prst="roundRect">
            <a:avLst>
              <a:gd name="adj" fmla="val 2308"/>
            </a:avLst>
          </a:prstGeom>
          <a:solidFill>
            <a:srgbClr val="D6A056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2064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urban/semi-urban elderly mobility opportunity, based on population and healthcare-trip frequency data.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subscription, not a ride.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₹1,999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242316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real and recurring — dialysis, chemotherapy, and chronic-care visits happen on a predictable schedule, not spontaneously.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8288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ON-DEMAND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242316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trips mean predictable driver allocation — something standard ride-hailing isn't optimised to reward or retain.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De-risking it first: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90-day Bengaluru pilot.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697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200–300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drivers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697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subscribing families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2697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metrics tracked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scaling investment beyond the pilot city, the experiment validates demand, driver economics, and family retention — in that order.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the market.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the economics.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 before scale.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same sequence I'd bring to any 0-to-1 product decision — grounded in data, not assumption.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10789920" cy="0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write-up available on request.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khandemahesh1@gmail.com  ·  +91 7207203877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2026-07-20T08:57:28Z</dcterms:created>
  <dcterms:modified xsi:type="dcterms:W3CDTF">2026-07-20T08:57:28Z</dcterms:modified>
</cp:coreProperties>
</file>