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A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BRIEFING · AYUDA PM PROGRAM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Allergen Alerts &amp;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Allergy Filters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Swiggy safe for 1.6–2.4M allergic users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1097280" cy="0"/>
          </a:xfrm>
          <a:prstGeom prst="line">
            <a:avLst/>
          </a:prstGeom>
          <a:noFill/>
          <a:ln w="31750">
            <a:solidFill>
              <a:srgbClr val="D6A0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Venkata Sai Mahesh Khande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 Candidate  ·  IBM PM Certified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allergy info field is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blank 80% of the 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cannot verify if restaurants understand allergy severity before ordering. Special instructions feel unreliable — there's no confirmation a restaurant even saw them. When a reaction happens, there's no accountability, and one bad incident causes permanent platform abandonment.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6675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EVIDENCE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468172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end up calling the restaurant and half the time they don't pick up or don't know the ingredients. This app is useless for people with allergies.”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Rahul K., Mumbai, 2-star review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43800" y="86868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978408"/>
            <a:ext cx="3886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8A5E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0" y="181051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urban Swiggy users have food allergies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242316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532888"/>
            <a:ext cx="3886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F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1.6–2.4M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80960" y="336499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users impacted platform-wide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43800" y="397764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4087368"/>
            <a:ext cx="3886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 → 30%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80960" y="49194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restaurants first, but only 30% get a useful answer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inconvenience.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safety problem.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28016" cy="1051560"/>
          </a:xfrm>
          <a:prstGeom prst="roundRect">
            <a:avLst/>
          </a:prstGeom>
          <a:solidFill>
            <a:srgbClr val="2F6B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688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246888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Allergic reactions can cause hospitalisation or anaphylaxis requiring emergency epinephrine.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28016" cy="1051560"/>
          </a:xfrm>
          <a:prstGeom prst="roundRect">
            <a:avLst/>
          </a:prstGeom>
          <a:solidFill>
            <a:srgbClr val="8A5E2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490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374904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~20–30% of allergic users have experienced anaphylaxis and carry EpiPens daily — every order brings anxiety.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28016" cy="1051560"/>
          </a:xfrm>
          <a:prstGeom prst="roundRect">
            <a:avLst/>
          </a:prstGeom>
          <a:solidFill>
            <a:srgbClr val="1420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0292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502920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negative incident causes permanent platform abandonment. Most never return.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this is for.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professionals, 25–40, earning ₹8–25 LPA, in metro and Tier-1 cities. ~60% female. Health-conscious, risk-averse about food safety, and willing to pay a premium for trustworthy options.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4754880" cy="0"/>
          </a:xfrm>
          <a:prstGeom prst="line">
            <a:avLst/>
          </a:prstGeom>
          <a:noFill/>
          <a:ln w="12700">
            <a:solidFill>
              <a:srgbClr val="DED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SIGNALS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1–2×/week vs. 2.8× platform average. Spend 15–20 min browsing (vs. 8 min average). Cart abandonment 35% vs. 18% average — mostly last-minute safety concerns.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WANT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4231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food without fear of getting sick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that the restaurant understands allergy severity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 of mind that cross-contamination won't happen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normal — order as easily as everyone else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case.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 by Month 12, based on a ₹1cr investment.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allergic 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331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17720" y="3200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₹1cr investment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1488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331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₹109cr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458200" y="3200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annual GMV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89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45–70%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77240" y="52578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retention (from 45%)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42062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389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40–50%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17720" y="52578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 allergy support tickets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42062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1C2733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4389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→ 55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improvement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needs to sign off.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789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VP, Consumer Products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749040" y="187452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decision-maker — evaluates against profitability, retention, and competitive positioning.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0789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Trust &amp; Safety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49040" y="301752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Co-decision-maker on legal liability — will veto if risk mitigation isn't bulletproof.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0789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70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Partnerships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0" y="416052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certification outreach and restaurant onboarding — needs 8-week advance notice.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0789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13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Compliance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806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530352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liability disclaimers, FSSAI terms, and data privacy for health information.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is —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isn't.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A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 (V1)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allergen labelling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badge display for verified restaurants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5-city launch, organic digital acquisition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A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NOT IN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28803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advice or allergy diagnosis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EpiPens or emergency care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Mass-market volume play (niche, high-LTV)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10789920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working files (canvas + manager briefing) available on request.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khandemahesh1@gmail.com  ·  +91 7207203877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2026-07-20T08:55:56Z</dcterms:created>
  <dcterms:modified xsi:type="dcterms:W3CDTF">2026-07-20T08:55:56Z</dcterms:modified>
</cp:coreProperties>
</file>